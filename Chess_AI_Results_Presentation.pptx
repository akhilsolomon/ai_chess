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61" r:id="rId2"/>
    <p:sldId id="256" r:id="rId3"/>
    <p:sldId id="257" r:id="rId4"/>
    <p:sldId id="262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0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59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8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8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5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8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0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56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12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45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8424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49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9722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848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25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52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9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4A1D1-5342-F3E5-BB72-9DD8B5D85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Artificial Intelligence </a:t>
            </a:r>
            <a:br>
              <a:rPr lang="en-IN" dirty="0"/>
            </a:br>
            <a:r>
              <a:rPr lang="en-IN" dirty="0"/>
              <a:t>			Assignment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FA42D-36B3-8721-56D1-34B38D6E6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2700" dirty="0"/>
          </a:p>
          <a:p>
            <a:r>
              <a:rPr lang="en-IN" sz="2700" dirty="0"/>
              <a:t>Team:</a:t>
            </a:r>
          </a:p>
          <a:p>
            <a:pPr lvl="2"/>
            <a:r>
              <a:rPr lang="en-IN" sz="2700" dirty="0"/>
              <a:t>K. Akhil Solomon (CS22B032)</a:t>
            </a:r>
          </a:p>
          <a:p>
            <a:pPr lvl="2"/>
            <a:r>
              <a:rPr lang="en-IN" sz="2700" dirty="0"/>
              <a:t>L. Sampath (CS22B033)</a:t>
            </a:r>
          </a:p>
        </p:txBody>
      </p:sp>
    </p:spTree>
    <p:extLst>
      <p:ext uri="{BB962C8B-B14F-4D97-AF65-F5344CB8AC3E}">
        <p14:creationId xmlns:p14="http://schemas.microsoft.com/office/powerpoint/2010/main" val="3386682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Chess AI Project – Results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Objective: Develop intelligent agents capable of playing chess.</a:t>
            </a:r>
          </a:p>
          <a:p>
            <a:r>
              <a:t>• Algorithms implemented: Minimax, Alpha-Beta Pruning.</a:t>
            </a:r>
          </a:p>
          <a:p>
            <a:r>
              <a:t>• Tools used: Python, Pygame, (optionally Stockfish for testing).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Execution of Minimax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784457"/>
            <a:ext cx="6347714" cy="405629"/>
          </a:xfrm>
        </p:spPr>
        <p:txBody>
          <a:bodyPr/>
          <a:lstStyle/>
          <a:p>
            <a:r>
              <a:rPr dirty="0"/>
              <a:t>• Demonstration video placeholder</a:t>
            </a:r>
          </a:p>
        </p:txBody>
      </p:sp>
      <p:pic>
        <p:nvPicPr>
          <p:cNvPr id="4" name="Screen Recording 2025-05-01 005703">
            <a:hlinkClick r:id="" action="ppaction://media"/>
            <a:extLst>
              <a:ext uri="{FF2B5EF4-FFF2-40B4-BE49-F238E27FC236}">
                <a16:creationId xmlns:a16="http://schemas.microsoft.com/office/drawing/2014/main" id="{2F354669-9A07-30D6-5DBE-ED3C798AA0D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7264" y="2656124"/>
            <a:ext cx="8747125" cy="14176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9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01DAC-2377-F7E9-CF80-598157B5E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26FB-A27A-F0D5-F9FA-C97FE974E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of Minimax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552E-5886-838E-3D26-16C49F1EB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Demonstration video placeholder (add after generation).</a:t>
            </a:r>
          </a:p>
          <a:p>
            <a:r>
              <a:t>• AI evaluates board states recursively to choose optimal move.</a:t>
            </a:r>
          </a:p>
          <a:p>
            <a:r>
              <a:t>• Performance: Effective for low depth, slows down at higher depths.</a:t>
            </a:r>
          </a:p>
        </p:txBody>
      </p:sp>
    </p:spTree>
    <p:extLst>
      <p:ext uri="{BB962C8B-B14F-4D97-AF65-F5344CB8AC3E}">
        <p14:creationId xmlns:p14="http://schemas.microsoft.com/office/powerpoint/2010/main" val="3064352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of Alpha-Beta Pruning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Demonstration video placeholder (add after generation).</a:t>
            </a:r>
          </a:p>
          <a:p>
            <a:r>
              <a:t>• Prunes branches in the game tree that won't affect final decision.</a:t>
            </a:r>
          </a:p>
          <a:p>
            <a:r>
              <a:t>• Improves speed significantly over basic Minimax.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Function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score = material_score + positional_score - mobility_penalty</a:t>
            </a:r>
          </a:p>
          <a:p>
            <a:r>
              <a:t>• Considers:</a:t>
            </a:r>
          </a:p>
          <a:p>
            <a:r>
              <a:t>   - Material count (e.g., pawn=1, queen=9)</a:t>
            </a:r>
          </a:p>
          <a:p>
            <a:r>
              <a:t>   - Positional strength (center control, piece activity)</a:t>
            </a:r>
          </a:p>
          <a:p>
            <a:r>
              <a:t>   - King safety and mobility</a:t>
            </a:r>
          </a:p>
          <a:p>
            <a:r>
              <a:t>• Stronger evaluation leads to smarter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Results and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Alpha-Beta Pruning performs faster at deeper levels than Minimax.</a:t>
            </a:r>
          </a:p>
          <a:p>
            <a:r>
              <a:t>• Evaluation function plays a key role in quality of decisions.</a:t>
            </a:r>
          </a:p>
          <a:p>
            <a:r>
              <a:t>• Summary:</a:t>
            </a:r>
          </a:p>
          <a:p>
            <a:r>
              <a:t>   - Alpha-Beta preferred for deeper gameplay.</a:t>
            </a:r>
          </a:p>
          <a:p>
            <a:r>
              <a:t>   - Improvements: Better heuristics, opening books, learning agents.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85</TotalTime>
  <Words>258</Words>
  <Application>Microsoft Office PowerPoint</Application>
  <PresentationFormat>On-screen Show (4:3)</PresentationFormat>
  <Paragraphs>32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 Artificial Intelligence     Assignment 3</vt:lpstr>
      <vt:lpstr>Chess AI Project – Results and Analysis</vt:lpstr>
      <vt:lpstr>Execution of Minimax Algorithm</vt:lpstr>
      <vt:lpstr>Execution of Minimax Algorithm</vt:lpstr>
      <vt:lpstr>Execution of Alpha-Beta Pruning</vt:lpstr>
      <vt:lpstr>Evaluation Function Used</vt:lpstr>
      <vt:lpstr>Performance Results and Key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Akhil Solomon</cp:lastModifiedBy>
  <cp:revision>3</cp:revision>
  <dcterms:created xsi:type="dcterms:W3CDTF">2013-01-27T09:14:16Z</dcterms:created>
  <dcterms:modified xsi:type="dcterms:W3CDTF">2025-04-30T19:27:55Z</dcterms:modified>
  <cp:category/>
</cp:coreProperties>
</file>